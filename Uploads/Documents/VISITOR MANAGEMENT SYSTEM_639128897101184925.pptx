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29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785-447F-4703-8664-5B352F6C59BE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68407-022C-465B-9A97-249FB7B5F7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785-447F-4703-8664-5B352F6C59BE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68407-022C-465B-9A97-249FB7B5F7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785-447F-4703-8664-5B352F6C59BE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68407-022C-465B-9A97-249FB7B5F7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785-447F-4703-8664-5B352F6C59BE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68407-022C-465B-9A97-249FB7B5F7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785-447F-4703-8664-5B352F6C59BE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68407-022C-465B-9A97-249FB7B5F7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785-447F-4703-8664-5B352F6C59BE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68407-022C-465B-9A97-249FB7B5F7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785-447F-4703-8664-5B352F6C59BE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68407-022C-465B-9A97-249FB7B5F7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785-447F-4703-8664-5B352F6C59BE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68407-022C-465B-9A97-249FB7B5F7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785-447F-4703-8664-5B352F6C59BE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68407-022C-465B-9A97-249FB7B5F7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785-447F-4703-8664-5B352F6C59BE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68407-022C-465B-9A97-249FB7B5F7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CE785-447F-4703-8664-5B352F6C59BE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68407-022C-465B-9A97-249FB7B5F7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CE785-447F-4703-8664-5B352F6C59BE}" type="datetimeFigureOut">
              <a:rPr lang="en-US" smtClean="0"/>
              <a:pPr/>
              <a:t>5/6/2024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68407-022C-465B-9A97-249FB7B5F7F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28600"/>
            <a:ext cx="7772400" cy="1470025"/>
          </a:xfrm>
        </p:spPr>
        <p:txBody>
          <a:bodyPr/>
          <a:lstStyle/>
          <a:p>
            <a:r>
              <a:rPr lang="en-US" dirty="0" smtClean="0"/>
              <a:t>VISITOR MANAGEMENT SYSTEM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creenshot 2024-05-06 1051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111" y="1575969"/>
            <a:ext cx="5172489" cy="4748631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533400" y="457200"/>
            <a:ext cx="23622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Login Page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533400" y="228600"/>
            <a:ext cx="27432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600" b="1" dirty="0" smtClean="0">
                <a:latin typeface="+mj-lt"/>
                <a:ea typeface="+mj-ea"/>
                <a:cs typeface="+mj-cs"/>
              </a:rPr>
              <a:t>Landing</a:t>
            </a: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Page</a:t>
            </a:r>
          </a:p>
        </p:txBody>
      </p:sp>
      <p:pic>
        <p:nvPicPr>
          <p:cNvPr id="4" name="Picture 3" descr="landing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083544"/>
            <a:ext cx="8534400" cy="4317256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914400" y="1143000"/>
            <a:ext cx="762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This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is Landing Page of Master Module</a:t>
            </a:r>
            <a:endParaRPr kumimoji="0" lang="en-US" sz="40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Oval Callout 7"/>
          <p:cNvSpPr/>
          <p:nvPr/>
        </p:nvSpPr>
        <p:spPr>
          <a:xfrm rot="9095219">
            <a:off x="1264396" y="2467507"/>
            <a:ext cx="1295400" cy="838200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24000" y="2590800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Sidebar Hide Show Button</a:t>
            </a:r>
            <a:endParaRPr lang="en-US" sz="1200" dirty="0"/>
          </a:p>
        </p:txBody>
      </p:sp>
      <p:sp>
        <p:nvSpPr>
          <p:cNvPr id="12" name="Oval Callout 11"/>
          <p:cNvSpPr/>
          <p:nvPr/>
        </p:nvSpPr>
        <p:spPr>
          <a:xfrm rot="9095219">
            <a:off x="7803403" y="2543707"/>
            <a:ext cx="1295400" cy="838200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8077200" y="2667000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Logout </a:t>
            </a:r>
          </a:p>
          <a:p>
            <a:r>
              <a:rPr lang="en-US" sz="1200" dirty="0" smtClean="0"/>
              <a:t>Button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533400" y="228600"/>
            <a:ext cx="27432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Master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14400" y="1143000"/>
            <a:ext cx="762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0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MasterDrop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438400"/>
            <a:ext cx="8915400" cy="4327131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685800" y="914400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</a:t>
            </a: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Sidebar contains Dropdown of Master, Transaction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Report, Utility And Version module </a:t>
            </a:r>
            <a:endParaRPr kumimoji="0" lang="en-US" sz="40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304800" y="0"/>
            <a:ext cx="27432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600" b="1" dirty="0" smtClean="0">
                <a:latin typeface="+mj-lt"/>
                <a:ea typeface="+mj-ea"/>
                <a:cs typeface="+mj-cs"/>
              </a:rPr>
              <a:t>Version Master</a:t>
            </a:r>
            <a:endParaRPr kumimoji="0" 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9600" y="838200"/>
            <a:ext cx="838200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0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Here</a:t>
            </a:r>
            <a:r>
              <a:rPr kumimoji="0" lang="en-US" sz="40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we assign user to use in which device either its desktop or </a:t>
            </a:r>
            <a:r>
              <a:rPr kumimoji="0" lang="en-US" sz="400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Ipad</a:t>
            </a:r>
            <a:r>
              <a:rPr kumimoji="0" lang="en-US" sz="40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</a:t>
            </a:r>
            <a:endParaRPr kumimoji="0" lang="en-US" sz="40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 descr="Version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035234"/>
            <a:ext cx="8382000" cy="43655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533400" y="228600"/>
            <a:ext cx="31242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600" b="1" dirty="0" smtClean="0">
                <a:latin typeface="+mj-lt"/>
                <a:ea typeface="+mj-ea"/>
                <a:cs typeface="+mj-cs"/>
              </a:rPr>
              <a:t>Company Master</a:t>
            </a:r>
            <a:endParaRPr kumimoji="0" 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14400" y="1143000"/>
            <a:ext cx="762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0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Company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52600"/>
            <a:ext cx="8610600" cy="4327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533400" y="228600"/>
            <a:ext cx="31242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600" b="1" dirty="0" smtClean="0">
                <a:latin typeface="+mj-lt"/>
                <a:ea typeface="+mj-ea"/>
                <a:cs typeface="+mj-cs"/>
              </a:rPr>
              <a:t>Zone Master</a:t>
            </a:r>
            <a:endParaRPr kumimoji="0" 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14400" y="1143000"/>
            <a:ext cx="762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0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Zone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7708"/>
            <a:ext cx="9144000" cy="43140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533400" y="228600"/>
            <a:ext cx="31242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600" b="1" dirty="0" smtClean="0">
                <a:latin typeface="+mj-lt"/>
                <a:ea typeface="+mj-ea"/>
                <a:cs typeface="+mj-cs"/>
              </a:rPr>
              <a:t>Department Master</a:t>
            </a:r>
            <a:endParaRPr kumimoji="0" 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14400" y="1143000"/>
            <a:ext cx="762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0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Department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19011"/>
            <a:ext cx="9144000" cy="43341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533400" y="228600"/>
            <a:ext cx="381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600" b="1" dirty="0" smtClean="0">
                <a:latin typeface="+mj-lt"/>
                <a:ea typeface="+mj-ea"/>
                <a:cs typeface="+mj-cs"/>
              </a:rPr>
              <a:t>Sub-Department Master</a:t>
            </a:r>
            <a:endParaRPr kumimoji="0" 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14400" y="1143000"/>
            <a:ext cx="762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0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SubDepartment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4407"/>
            <a:ext cx="9144000" cy="43073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533400" y="228600"/>
            <a:ext cx="381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600" b="1" dirty="0" smtClean="0">
                <a:latin typeface="+mj-lt"/>
                <a:ea typeface="+mj-ea"/>
                <a:cs typeface="+mj-cs"/>
              </a:rPr>
              <a:t>Designation Master</a:t>
            </a:r>
            <a:endParaRPr kumimoji="0" 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14400" y="1143000"/>
            <a:ext cx="762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0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Designation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1411"/>
            <a:ext cx="9144000" cy="43341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533400" y="228600"/>
            <a:ext cx="381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600" b="1" dirty="0" smtClean="0">
                <a:latin typeface="+mj-lt"/>
                <a:ea typeface="+mj-ea"/>
                <a:cs typeface="+mj-cs"/>
              </a:rPr>
              <a:t>Employee Master</a:t>
            </a:r>
            <a:endParaRPr kumimoji="0" 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14400" y="1143000"/>
            <a:ext cx="762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0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Employee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1508"/>
            <a:ext cx="9144000" cy="43140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533400" y="228600"/>
            <a:ext cx="381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600" b="1" dirty="0" smtClean="0">
                <a:latin typeface="+mj-lt"/>
                <a:ea typeface="+mj-ea"/>
                <a:cs typeface="+mj-cs"/>
              </a:rPr>
              <a:t>Vendor Master</a:t>
            </a:r>
            <a:endParaRPr kumimoji="0" 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14400" y="1143000"/>
            <a:ext cx="762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0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Vendor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1411"/>
            <a:ext cx="9144000" cy="43341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533400" y="228600"/>
            <a:ext cx="381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600" b="1" dirty="0" smtClean="0">
                <a:latin typeface="+mj-lt"/>
                <a:ea typeface="+mj-ea"/>
                <a:cs typeface="+mj-cs"/>
              </a:rPr>
              <a:t>Purpose Master</a:t>
            </a:r>
            <a:endParaRPr kumimoji="0" 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14400" y="1143000"/>
            <a:ext cx="762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0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Purpose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604"/>
            <a:ext cx="9144000" cy="43207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533400" y="228600"/>
            <a:ext cx="48006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600" b="1" dirty="0" smtClean="0">
                <a:latin typeface="+mj-lt"/>
                <a:ea typeface="+mj-ea"/>
                <a:cs typeface="+mj-cs"/>
              </a:rPr>
              <a:t>Returnable Item Master</a:t>
            </a:r>
            <a:endParaRPr kumimoji="0" 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14400" y="1143000"/>
            <a:ext cx="762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0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Purpose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604"/>
            <a:ext cx="9144000" cy="43207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533400" y="228600"/>
            <a:ext cx="48006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Mail</a:t>
            </a:r>
            <a:r>
              <a:rPr kumimoji="0" lang="en-US" sz="3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Credential Setting</a:t>
            </a:r>
            <a:endParaRPr kumimoji="0" 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14400" y="1143000"/>
            <a:ext cx="762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0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 descr="MailCredential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8013"/>
            <a:ext cx="9144000" cy="43475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533400" y="228600"/>
            <a:ext cx="48006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Mail</a:t>
            </a:r>
            <a:r>
              <a:rPr kumimoji="0" lang="en-US" sz="3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Credential Setting</a:t>
            </a:r>
            <a:endParaRPr kumimoji="0" 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14400" y="1143000"/>
            <a:ext cx="762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0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 descr="MailCredential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8013"/>
            <a:ext cx="9144000" cy="43475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533400" y="228600"/>
            <a:ext cx="48006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600" b="1" dirty="0" smtClean="0">
                <a:latin typeface="+mj-lt"/>
                <a:ea typeface="+mj-ea"/>
                <a:cs typeface="+mj-cs"/>
              </a:rPr>
              <a:t>User Group Master</a:t>
            </a:r>
            <a:endParaRPr kumimoji="0" 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14400" y="1143000"/>
            <a:ext cx="762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0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 descr="MailCredential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8013"/>
            <a:ext cx="9144000" cy="434758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533400" y="228600"/>
            <a:ext cx="35052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Transaction</a:t>
            </a:r>
            <a:r>
              <a:rPr kumimoji="0" lang="en-US" sz="3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14400" y="914400"/>
            <a:ext cx="762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 smtClean="0">
                <a:latin typeface="+mj-lt"/>
                <a:ea typeface="+mj-ea"/>
                <a:cs typeface="+mj-cs"/>
              </a:rPr>
              <a:t>Create Visitor Appointment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CreateVisitorappoin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7666"/>
            <a:ext cx="9144000" cy="434033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533400" y="228600"/>
            <a:ext cx="35052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Transaction</a:t>
            </a:r>
            <a:r>
              <a:rPr kumimoji="0" lang="en-US" sz="3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 descr="CreateVisitorappointmen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4272"/>
            <a:ext cx="9144000" cy="4357528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914400" y="914400"/>
            <a:ext cx="762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 smtClean="0">
                <a:latin typeface="+mj-lt"/>
                <a:ea typeface="+mj-ea"/>
                <a:cs typeface="+mj-cs"/>
              </a:rPr>
              <a:t>Visitor Appointment List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533400" y="228600"/>
            <a:ext cx="35052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600" b="1" dirty="0" smtClean="0">
                <a:latin typeface="+mj-lt"/>
                <a:ea typeface="+mj-ea"/>
                <a:cs typeface="+mj-cs"/>
              </a:rPr>
              <a:t>Report</a:t>
            </a:r>
            <a:r>
              <a:rPr kumimoji="0" lang="en-US" sz="36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914400" y="914400"/>
            <a:ext cx="76200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Checked In</a:t>
            </a: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Visitor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CheckedInV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7960"/>
            <a:ext cx="9144000" cy="43338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914400" y="533400"/>
            <a:ext cx="31242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 smtClean="0">
                <a:latin typeface="+mj-lt"/>
                <a:ea typeface="+mj-ea"/>
                <a:cs typeface="+mj-cs"/>
              </a:rPr>
              <a:t>Print Visitor Pass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 descr="Visitor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759" y="1905000"/>
            <a:ext cx="4615241" cy="4281872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4724400"/>
            <a:ext cx="533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914400" y="533400"/>
            <a:ext cx="35814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Checkout</a:t>
            </a: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Visitor 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CheckoutVisitorusingl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021" y="1524000"/>
            <a:ext cx="5748779" cy="470097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914400" y="533400"/>
            <a:ext cx="46482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 smtClean="0">
                <a:latin typeface="+mj-lt"/>
                <a:ea typeface="+mj-ea"/>
                <a:cs typeface="+mj-cs"/>
              </a:rPr>
              <a:t>Pending Appointments</a:t>
            </a: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PendingAppoint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3811"/>
            <a:ext cx="9144000" cy="433418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914400" y="533400"/>
            <a:ext cx="28194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 smtClean="0">
                <a:latin typeface="+mj-lt"/>
                <a:ea typeface="+mj-ea"/>
                <a:cs typeface="+mj-cs"/>
              </a:rPr>
              <a:t>Visitor Log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PendingAppoint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1200"/>
            <a:ext cx="9144000" cy="433418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914400" y="533400"/>
            <a:ext cx="3581400" cy="7080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Material</a:t>
            </a: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Checked In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MaterialChecke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0562"/>
            <a:ext cx="9144000" cy="433883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914400" y="533400"/>
            <a:ext cx="762000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 smtClean="0">
                <a:latin typeface="+mj-lt"/>
                <a:ea typeface="+mj-ea"/>
                <a:cs typeface="+mj-cs"/>
              </a:rPr>
              <a:t>Check Out Material Using Respective link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 descr="materialcheckedoutl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627" y="2057400"/>
            <a:ext cx="5753574" cy="428189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914400" y="533400"/>
            <a:ext cx="762000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 smtClean="0">
                <a:latin typeface="+mj-lt"/>
                <a:ea typeface="+mj-ea"/>
                <a:cs typeface="+mj-cs"/>
              </a:rPr>
              <a:t>Check Out Material Report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CheckedOutMate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0912"/>
            <a:ext cx="9144000" cy="434088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381000" y="533400"/>
            <a:ext cx="762000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 smtClean="0">
                <a:latin typeface="+mj-lt"/>
                <a:ea typeface="+mj-ea"/>
                <a:cs typeface="+mj-cs"/>
              </a:rPr>
              <a:t>Material Log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Material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8415"/>
            <a:ext cx="9144000" cy="436098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381000" y="228600"/>
            <a:ext cx="251460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Utility</a:t>
            </a: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762000" y="1143000"/>
            <a:ext cx="396240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 smtClean="0">
                <a:latin typeface="+mj-lt"/>
                <a:ea typeface="+mj-ea"/>
                <a:cs typeface="+mj-cs"/>
              </a:rPr>
              <a:t>Create User</a:t>
            </a: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create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425269"/>
            <a:ext cx="8686800" cy="435653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381000" y="228600"/>
            <a:ext cx="358140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 smtClean="0">
                <a:latin typeface="+mj-lt"/>
                <a:ea typeface="+mj-ea"/>
                <a:cs typeface="+mj-cs"/>
              </a:rPr>
              <a:t>User Permission</a:t>
            </a: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UserPer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9413"/>
            <a:ext cx="9144000" cy="434238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8600" y="457200"/>
            <a:ext cx="358140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Change</a:t>
            </a: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Password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Change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2620"/>
            <a:ext cx="9144000" cy="41691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8600" y="457200"/>
            <a:ext cx="358140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 smtClean="0">
                <a:latin typeface="+mj-lt"/>
                <a:ea typeface="+mj-ea"/>
                <a:cs typeface="+mj-cs"/>
              </a:rPr>
              <a:t>Visitor Module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5588" y="1885950"/>
            <a:ext cx="8631237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8600" y="457200"/>
            <a:ext cx="358140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After Check-In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200" y="2105025"/>
            <a:ext cx="8736013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8600" y="457200"/>
            <a:ext cx="358140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With Appointment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7125" y="1447800"/>
            <a:ext cx="7483475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8600" y="457200"/>
            <a:ext cx="358140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 smtClean="0">
                <a:latin typeface="+mj-lt"/>
                <a:ea typeface="+mj-ea"/>
                <a:cs typeface="+mj-cs"/>
              </a:rPr>
              <a:t>Capture visitor image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625" y="2028825"/>
            <a:ext cx="8031163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8600" y="152400"/>
            <a:ext cx="358140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Visitor</a:t>
            </a: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item list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4188" y="1557337"/>
            <a:ext cx="8174037" cy="4995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8600" y="152400"/>
            <a:ext cx="358140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Visitor</a:t>
            </a: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Pass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Visitor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759" y="1295400"/>
            <a:ext cx="4615241" cy="4281872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4114800"/>
            <a:ext cx="533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8600" y="152400"/>
            <a:ext cx="441960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200" dirty="0" smtClean="0">
                <a:latin typeface="+mj-lt"/>
                <a:ea typeface="+mj-ea"/>
                <a:cs typeface="+mj-cs"/>
              </a:rPr>
              <a:t>Without Appointment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1788" y="1457325"/>
            <a:ext cx="8478837" cy="486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8600" y="152400"/>
            <a:ext cx="441960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Capture</a:t>
            </a: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image of visitor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1800" y="1571625"/>
            <a:ext cx="8278813" cy="421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8600" y="152400"/>
            <a:ext cx="6934200" cy="990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200" dirty="0" smtClean="0">
                <a:latin typeface="+mj-lt"/>
                <a:ea typeface="+mj-ea"/>
                <a:cs typeface="+mj-cs"/>
              </a:rPr>
              <a:t>V</a:t>
            </a:r>
            <a:r>
              <a:rPr kumimoji="0" lang="en-US" sz="320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isitor</a:t>
            </a: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Pass Without Appointment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1295400"/>
            <a:ext cx="4162425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4267200"/>
            <a:ext cx="533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8600" y="152400"/>
            <a:ext cx="6934200" cy="990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200" dirty="0" smtClean="0">
                <a:latin typeface="+mj-lt"/>
                <a:ea typeface="+mj-ea"/>
                <a:cs typeface="+mj-cs"/>
              </a:rPr>
              <a:t>V</a:t>
            </a:r>
            <a:r>
              <a:rPr kumimoji="0" lang="en-US" sz="320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isitor</a:t>
            </a: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Check-Out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7687" y="1247775"/>
            <a:ext cx="8062913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8600" y="0"/>
            <a:ext cx="693420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Dashboard 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69937"/>
            <a:ext cx="9144000" cy="608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8600" y="0"/>
            <a:ext cx="693420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Material Module 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676400"/>
            <a:ext cx="77724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8600" y="0"/>
            <a:ext cx="693420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Material Check-In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6237" y="685800"/>
            <a:ext cx="7700963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8600" y="0"/>
            <a:ext cx="693420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Material Check-In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1012" y="1533525"/>
            <a:ext cx="7824788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38200" y="685800"/>
            <a:ext cx="693420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Capture Image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8600" y="0"/>
            <a:ext cx="693420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Material Check-In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838200" y="685800"/>
            <a:ext cx="693420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Material Detail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425" y="2105025"/>
            <a:ext cx="8945563" cy="437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8600" y="0"/>
            <a:ext cx="693420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Material Check-Out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7" y="2438400"/>
            <a:ext cx="8139113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228600" y="0"/>
            <a:ext cx="6934200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Material Check-Out</a:t>
            </a:r>
            <a:endParaRPr kumimoji="0" lang="en-US" sz="3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838200"/>
            <a:ext cx="7040563" cy="580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177</Words>
  <Application>Microsoft Office PowerPoint</Application>
  <PresentationFormat>On-screen Show (4:3)</PresentationFormat>
  <Paragraphs>61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VISITOR MANAGEMENT SYSTEM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VISITOR MANAGEMENT SYSTEM</dc:title>
  <dc:creator>Mohit Singh Rajora</dc:creator>
  <cp:lastModifiedBy>Mohit Singh Rajora</cp:lastModifiedBy>
  <cp:revision>42</cp:revision>
  <dcterms:created xsi:type="dcterms:W3CDTF">2024-05-06T05:15:13Z</dcterms:created>
  <dcterms:modified xsi:type="dcterms:W3CDTF">2024-05-06T12:24:43Z</dcterms:modified>
</cp:coreProperties>
</file>